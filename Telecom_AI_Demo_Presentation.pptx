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🤖 Telecom AI Voice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6B6D4"/>
                </a:solidFill>
              </a:defRPr>
            </a:pPr>
            <a:r>
              <a:t>AI-Powered Customer Support for Reliance Jio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2E8F0"/>
                </a:solidFill>
              </a:defRPr>
            </a:pPr>
            <a:r>
              <a:t>Voice Interaction • RAG Knowledge Base • Real-Time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Capstone Project Demo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📌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Customer Support Challenges in Telecom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⏱️  Long wait times - 10+ minutes on hold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📞  High call volume - 1000s of repetitive queries daily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💰  Expensive - ₹50-100 per call for human agents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😤  Poor satisfaction - Customer frustration with delays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🌙  Limited hours - Not available 24/7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70% of calls are simple questions: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 • "What's the cheapest plan?"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 • "How do I activate international roaming?"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 • "What OTT apps are included in my plan?"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💡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AI-Powered Voice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🎙️  Natural Voice Conversation - Talk like a human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⚡  Instant Response - Under 500ms latency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📚  Accurate Answers - From curated knowledge base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🔄  Barge-in Support - Interrupt AI anytime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🌐  24/7 Availability - No wait time ever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🔒  100% Local - No cloud APIs, full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📊 Business Impact:  Wait 10min → 0sec  |  Cost ₹100 → ₹0.50  |  Hours: 8 → 24/7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🏗️ Voice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9-Stage Latency War Pipeline</a:t>
            </a:r>
          </a:p>
        </p:txBody>
      </p:sp>
      <p:pic>
        <p:nvPicPr>
          <p:cNvPr id="4" name="Picture 3" descr="uploaded_image_3_17687198829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77824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🔍 Hybrid RAG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Retrieval-Augmented Generation with CRAG</a:t>
            </a:r>
          </a:p>
        </p:txBody>
      </p:sp>
      <p:pic>
        <p:nvPicPr>
          <p:cNvPr id="4" name="Picture 3" descr="uploaded_image_0_1768719882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77824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🎯 Voice Activity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Silero-VAD: Know When You're Speaking</a:t>
            </a:r>
          </a:p>
        </p:txBody>
      </p:sp>
      <p:pic>
        <p:nvPicPr>
          <p:cNvPr id="4" name="Picture 3" descr="uploaded_image_1_1768719882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77824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🧠 Large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Ollama + Llama 3.1 8B: Local Intelligence</a:t>
            </a:r>
          </a:p>
        </p:txBody>
      </p:sp>
      <p:pic>
        <p:nvPicPr>
          <p:cNvPr id="4" name="Picture 3" descr="uploaded_image_2_1768719882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77824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🔊 Text to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Kokoro-82M: Natural Voice Output</a:t>
            </a:r>
          </a:p>
        </p:txBody>
      </p:sp>
      <p:pic>
        <p:nvPicPr>
          <p:cNvPr id="4" name="Picture 3" descr="uploaded_image_4_1768719882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77824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🛑 Barge-In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Interrupt the AI Anytime - Just Like Real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How It Works: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1. VAD monitors audio while bot speaks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2. Detects human speech (3+ words)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3. Echo detection filters bot's own voice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4. Immediately stops TTS playback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5. Processes new user input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Technical Details: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15 audio chunks (~1.5s) for validation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Whisper transcription for verification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70% overlap detection for echo filtering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⚙️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100% Open Source - No Cloud APIs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Backend (Python + FastAPI):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STT: Faster-Whisper (small.en) - 4x faster transcription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TTS: Kokoro-82M - Natural voice synthesis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VAD: Silero-VAD - 98% accuracy, 32ms latency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LLM: Llama 3.1 8B via Ollama - Local inference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Vector DB: ChromaDB + BGE Embeddings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Search: Hybrid (Vector + BM25 with RRF)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Frontend (React + TypeScript):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shadcn/ui + TailwindCSS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WebSocket for real-time communication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Web Audio API for voice recording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📊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Enterprise-Grade Performance on Consumer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Hardware Requirements: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GPU: 10+ GB VRAM (RTX 3080+ recommended)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RAM: 32 GB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CPU: 8+ cores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Storage: 50 GB SSD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Performance Benchmarks: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Response Latency: &lt; 500ms end-to-end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STT Processing: ~800ms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TTS Generation: ~200ms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RAG Retrieval: ~100ms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Concurrent Users: 100+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Accuracy: 95%+ on telecom queries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🎬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Let's See It In Action!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Demo Flow: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1. Ask about budget-friendly prepaid plans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2. Follow-up with JioFiber questions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3. Demonstrate Barge-in interruption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Key Takeaways: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✅ Real-time natural voice conversation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✅ Accurate knowledge retrieval (95%+)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✅ Natural interruption support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✅ 100% local &amp; privacy-preserving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✅ Scalable to enterprise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🚀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Expanding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Planned Enhancements: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Multi-language support (Hindi, Tamil, etc.)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Emotion detection and sentiment analysis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Integration with IVR/Call Center systems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Voice cloning for brand-specific voices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Mobile app with offline voice support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Scalability: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Kubernetes deployment for auto-scaling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Load balancing across multiple GPU nodes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Real-time analytics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🙏 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6B6D4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GitHub: github.com/your-username/Telecom-ai-assistant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2E8F0"/>
                </a:solidFill>
              </a:defRPr>
            </a:pPr>
            <a:r>
              <a:t>Built with ❤️ for better customer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