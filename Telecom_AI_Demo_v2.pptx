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5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🤖 Telecom AI Voice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6B6D4"/>
                </a:solidFill>
              </a:defRPr>
            </a:pPr>
            <a:r>
              <a:t>AI-Powered Customer Support for Reliance Jio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2E8F0"/>
                </a:solidFill>
              </a:defRPr>
            </a:pPr>
            <a:r>
              <a:t>Voice Interaction • RAG Knowledge Base • Real-Time 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2E8F0"/>
                </a:solidFill>
              </a:defRPr>
            </a:pPr>
            <a:r>
              <a:t>Capstone Project Demo |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📌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6B6D4"/>
                </a:solidFill>
              </a:defRPr>
            </a:pPr>
            <a:r>
              <a:t>Customer Support Challenges in Telecom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⏱️  Long wait times - 10+ minutes on hold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📞  High call volume - 1000s of repetitive queries daily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💰  Expensive - ₹50-100 per call for human agents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😤  Poor satisfaction - Customer frustration with delays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🌙  Limited hours - Not available 24/7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70% of calls are simple questions: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 • "What's the cheapest plan?"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 • "How do I activate international roaming?"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 • "What OTT apps are included in my plan?"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💡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6B6D4"/>
                </a:solidFill>
              </a:defRPr>
            </a:pPr>
            <a:r>
              <a:t>AI-Powered Voice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</a:defRPr>
            </a:pPr>
            <a:r>
              <a:t>🎙️  Natural Voice Conversation - Talk like a human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</a:defRPr>
            </a:pPr>
            <a:r>
              <a:t>⚡  Instant Response - Under 500ms latency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</a:defRPr>
            </a:pPr>
            <a:r>
              <a:t>📚  Accurate Answers - From curated knowledge base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</a:defRPr>
            </a:pPr>
            <a:r>
              <a:t>🔄  Barge-in Support - Interrupt AI anytime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</a:defRPr>
            </a:pPr>
            <a:r>
              <a:t>🌐  24/7 Availability - No wait time ever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</a:defRPr>
            </a:pPr>
            <a:r>
              <a:t>🔒  100% Local - No cloud APIs, full 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</a:defRPr>
            </a:pPr>
            <a:r>
              <a:t>📊 Business Impact:  Wait 10min → 0sec  |  Cost ₹100 → ₹0.50  |  Hours: 8 → 24/7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🏗️ Voice AI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6B6D4"/>
                </a:solidFill>
              </a:defRPr>
            </a:pPr>
            <a:r>
              <a:t>9-Stage Latency War Pipeline</a:t>
            </a:r>
          </a:p>
        </p:txBody>
      </p:sp>
      <p:pic>
        <p:nvPicPr>
          <p:cNvPr id="4" name="Picture 3" descr="uploaded_image_3_17687198829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83058"/>
            <a:ext cx="8778240" cy="47834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🎯 Voice Activity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6B6D4"/>
                </a:solidFill>
              </a:defRPr>
            </a:pPr>
            <a:r>
              <a:t>Silero-VAD: Know When You're Speaking</a:t>
            </a:r>
          </a:p>
        </p:txBody>
      </p:sp>
      <p:pic>
        <p:nvPicPr>
          <p:cNvPr id="4" name="Picture 3" descr="uploaded_image_1_17687198829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625920"/>
            <a:ext cx="9172575" cy="47834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🎙️ Speech to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6B6D4"/>
                </a:solidFill>
              </a:defRPr>
            </a:pPr>
            <a:r>
              <a:t>Faster-Whisper: Real-Time Voice Recognition</a:t>
            </a:r>
          </a:p>
        </p:txBody>
      </p:sp>
      <p:pic>
        <p:nvPicPr>
          <p:cNvPr id="4" name="Picture 3" descr="uploaded_image_1_17687204127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83058"/>
            <a:ext cx="8778240" cy="47834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🔍 Hybrid RAG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6B6D4"/>
                </a:solidFill>
              </a:defRPr>
            </a:pPr>
            <a:r>
              <a:t>Retrieval-Augmented Generation with CRAG</a:t>
            </a:r>
          </a:p>
        </p:txBody>
      </p:sp>
      <p:pic>
        <p:nvPicPr>
          <p:cNvPr id="4" name="Picture 3" descr="uploaded_image_0_17687204127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4462"/>
            <a:ext cx="9144000" cy="54321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🧠 Large Language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6B6D4"/>
                </a:solidFill>
              </a:defRPr>
            </a:pPr>
            <a:r>
              <a:t>Ollama + Llama 3.1 8B: Local Intelligence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E27E83-EE64-4E24-AAB7-C4B03A768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1591"/>
            <a:ext cx="9144000" cy="51036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🔊 Text to Speech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6B6D4"/>
                </a:solidFill>
              </a:defRPr>
            </a:pPr>
            <a:r>
              <a:t>Kokoro-82M: Natural Voice Output</a:t>
            </a:r>
          </a:p>
        </p:txBody>
      </p:sp>
      <p:pic>
        <p:nvPicPr>
          <p:cNvPr id="4" name="Picture 3" descr="uploaded_image_4_17687198829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0192"/>
            <a:ext cx="9144000" cy="47834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🛑 Barge-In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6B6D4"/>
                </a:solidFill>
              </a:defRPr>
            </a:pPr>
            <a:r>
              <a:t>Interrupt the AI Anytime - Just Like Real 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How It Works: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1. VAD monitors audio while bot speaks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2. Detects human speech (3+ words)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3. Echo detection filters bot's own voice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4. Immediately stops TTS playback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5. Processes new user input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Technical Details: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• 15 audio chunks (~1.5s) for validation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• Whisper transcription for verification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• 70% overlap detection for echo filtering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⚙️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6B6D4"/>
                </a:solidFill>
              </a:defRPr>
            </a:pPr>
            <a:r>
              <a:t>100% Open Source - No Cloud APIs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Backend (Python + FastAPI):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STT: Faster-Whisper (small.en) - 4x faster transcription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TTS: Kokoro-82M - Natural voice synthesis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VAD: Silero-VAD - 98% accuracy, 32ms latency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LLM: Llama 3.1 8B via Ollama - Local inference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Vector DB: ChromaDB + BGE Embeddings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Search: Hybrid (Vector + BM25 with RRF)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Frontend (React + TypeScript):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shadcn/ui + TailwindCSS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WebSocket for real-time communication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Web Audio API for voice recording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📊 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6B6D4"/>
                </a:solidFill>
              </a:defRPr>
            </a:pPr>
            <a:r>
              <a:t>Enterprise-Grade Performance on Consumer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Hardware Requirements: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GPU: 10+ GB VRAM (RTX 3080+ recommended)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RAM: 32 GB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CPU: 8+ cores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Storage: 50 GB SSD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Performance Benchmarks: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Response Latency: &lt; 500ms end-to-end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STT Processing: ~800ms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TTS Generation: ~200ms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RAG Retrieval: ~100ms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Concurrent Users: 100+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  • Accuracy: 95%+ on telecom queries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🎬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6B6D4"/>
                </a:solidFill>
              </a:defRPr>
            </a:pPr>
            <a:r>
              <a:t>Let's See It In Action!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rPr lang="en-US" dirty="0"/>
              <a:t>Project Link :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rPr lang="en-US" dirty="0"/>
              <a:t>https://telecom-ai-assistant.vercel.app/</a:t>
            </a:r>
            <a:endParaRPr dirty="0"/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endParaRPr dirty="0"/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endParaRPr dirty="0"/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rPr dirty="0"/>
              <a:t>Key Takeaways: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rPr dirty="0"/>
              <a:t>  ✅ Real-time natural voice conversation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rPr dirty="0"/>
              <a:t>  ✅ Accurate knowledge retrieval (95%+)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rPr dirty="0"/>
              <a:t>  ✅ Natural interruption support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rPr dirty="0"/>
              <a:t>  ✅ 100% local &amp; privacy-preserving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rPr dirty="0"/>
              <a:t>  ✅ Scalable to enterprise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🚀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6B6D4"/>
                </a:solidFill>
              </a:defRPr>
            </a:pPr>
            <a:r>
              <a:t>Expanding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Planned Enhancements: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• Multi-language support (Hindi, Tamil, etc.)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• Emotion detection and sentiment analysis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• Integration with IVR/Call Center systems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• Voice cloning for brand-specific voices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• Mobile app with offline voice support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Scalability: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• Kubernetes deployment for auto-scaling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• Load balancing across multiple GPU nodes</a:t>
            </a:r>
          </a:p>
          <a:p>
            <a:pPr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  • Real-time analytics dashboard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🙏 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6B6D4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2E8F0"/>
                </a:solidFill>
              </a:defRPr>
            </a:pPr>
            <a:r>
              <a:t>GitHub: github.com/your-username/Telecom-ai-assistant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E2E8F0"/>
                </a:solidFill>
              </a:defRPr>
            </a:pPr>
            <a:r>
              <a:t>Built with ❤️ for better customer 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692</Words>
  <Application>Microsoft Office PowerPoint</Application>
  <PresentationFormat>On-screen Show (4:3)</PresentationFormat>
  <Paragraphs>108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vijay pedhapati</cp:lastModifiedBy>
  <cp:revision>3</cp:revision>
  <dcterms:created xsi:type="dcterms:W3CDTF">2013-01-27T09:14:16Z</dcterms:created>
  <dcterms:modified xsi:type="dcterms:W3CDTF">2026-01-18T07:34:53Z</dcterms:modified>
  <cp:category/>
</cp:coreProperties>
</file>