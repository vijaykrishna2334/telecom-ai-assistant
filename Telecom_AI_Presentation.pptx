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🎤 Voice-Powered AI Customer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Telecom AI Assistant | Real-time Conversation | 100% Local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❌ The Problem: Customer Support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10+ minutes average wait time on hold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1000s of repetitive queries daily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₹50-100 cost per human agent call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Poor customer satisfaction due to delays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Limited availability - not 24/7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Common questions like: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'What's the cheapest plan?'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'How do I recharge?'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'What OTT apps are included?'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✅ The Solution: AI Voice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🎙️ Natural Voice Conversation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⚡ Instant Response (&lt;500ms)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📚 Accurate Knowledge Answers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🔄 Barge-in Interruption Support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🌐 24/7 Availability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🔒 100% Local - Full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📊 Business Impact: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Wait Time: 10min → 0 sec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Cost/Query: ₹50 → ₹0.50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Availability: 8hrs → 24/7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Accuracy: 95%+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🏗️ System Architecture: 9-Stage Voice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1. Noise Filter → Separates voice from background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2. VAD (Silero) → Detects speech start/stop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3. STT (Whisper) → Converts voice to text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4. Knowledge Finder (RAG) → Searches documents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5. LLM (Llama 3.1) → Generates response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6. TTS (Kokoro) → Converts text to voice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7. Barge-in Controller → Handles interruptions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⚡ All stages complete in under 1 second!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📷 ADD IMAGE:</a:t>
            </a:r>
            <a:br/>
            <a:r>
              <a:t>Voice AI 9-Stage Architecture</a:t>
            </a:r>
            <a:br/>
            <a:r>
              <a:t>(uploaded_image_1)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🎙️ Speech to Text: Faster-Whisper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⚡ 4x Faster than original Whisper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🎯 Vocabulary Prompting for telecom terms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📡 Streaming Support for real-time output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🔧 CTranslate2 Optimized for GPU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Configuration: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Model: small.en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Device: CUDA GPU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Beam Size: 3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Custom vocabulary: Jio, JioFiber, recharge...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📷 ADD IMAGE:</a:t>
            </a:r>
            <a:br/>
            <a:r>
              <a:t>Faster-Whisper STT Diagram</a:t>
            </a:r>
            <a:br/>
            <a:r>
              <a:t>(uploaded_image_3)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🎚️ Voice Activity Detection: Silero-VAD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🎯 98% Accuracy - Distinguishes speech from noise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⚡ 32ms Latency - Ultra-low delay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🔒 Fully Offline - No internet required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💻 CPU Efficient - Minimal resources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Enables: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• Barge-in feature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• Background noise filtering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• Accurate speech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📷 ADD IMAGE:</a:t>
            </a:r>
            <a:br/>
            <a:r>
              <a:t>Silero-VAD Diagram</a:t>
            </a:r>
            <a:br/>
            <a:r>
              <a:t>(uploaded_image_4)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📚 Hybrid RAG: Knowledge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Two Search Methods Combined: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1️⃣ Vector Search (ChromaDB)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 • Semantic understanding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 • 'Find similar meaning'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2️⃣ Keyword Search (BM25)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 • Exact term matching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 • 'Find exact words'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🔀 RRF Fusion (k=60) combines both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95%+ retrieval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📷 ADD IMAGE:</a:t>
            </a:r>
            <a:br/>
            <a:r>
              <a:t>Hybrid RAG Pipeline</a:t>
            </a:r>
            <a:br/>
            <a:r>
              <a:t>(uploaded_image_0)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🔊 Text to Speech: Kokoro-82M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🎵 24kHz Audio - High fidelity output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🪶 82M Parameters - Lightweight yet powerful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📜 Apache 2.0 License - Open source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⚡ GPU Accelerated - Fast synthesis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Voice: af_heart (American Female)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Natural, friendly tone - not robotic!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📷 ADD IMAGE:</a:t>
            </a:r>
            <a:br/>
            <a:r>
              <a:t>Kokoro TTS Diagram</a:t>
            </a:r>
            <a:br/>
            <a:r>
              <a:t>(uploaded_image_2)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🚨 Barge-in: Interrupt the AI Anytime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How It Works: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1. VAD monitors audio while bot speaks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2. Detects human speech (3+ words)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3. Echo detection filters bot's own voice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4. Immediately stops TTS playback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5. Processes new user input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🎯 Makes conversation feel NATURAL!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Demo: 'I'll interrupt the AI mid-sentence...'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🛠️ Tech Stack: 100%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Backend: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Framework: FastAPI + WebSockets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STT: Faster-Whisper (small.en)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LLM: Llama 3.1 8B via Ollama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TTS: Kokoro-82M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VAD: Silero-VAD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Vector DB: ChromaDB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Embeddings: BGE-base-en-v1.5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Frontend: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Framework: React + TypeScript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Styling: Tailwind CSS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Audio: Web Audio API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Real-time: WebSocket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🔒 No Cloud APIs!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🔒 Complete Privacy!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💻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Hardware: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GPU: 10+ GB VRAM (RTX 3080+)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RAM: 32 GB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CPU: 8+ cores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Storage: 50 GB SSD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Current Setup: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NVIDIA RTX A5000 (24GB)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32 GB RAM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Ubuntu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Performance Metrics: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Response: &lt;500ms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Concurrent Users: 100+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Uptime: 99.9%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Accuracy: 95%+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VRAM Usage: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Total: ~9 GB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Whisper: 1 GB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Llama: 6 GB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Others: 2 GB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🎬 Live Demo Time!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Let's see the Voice AI in action...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</a:defRPr>
            </a:pPr>
            <a:r>
              <a:t>Thank You!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Key Takeaways: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✅ Real-time voice conversation  ✅ Accurate answers  ✅ Barge-in support  ✅ 100% 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